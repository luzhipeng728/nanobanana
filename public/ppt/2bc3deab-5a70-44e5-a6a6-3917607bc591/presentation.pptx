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年终总结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回顾成长  展望未来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1828800" cy="73152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年度工作回顾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核心业绩亮点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项目成果展示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团队成长与协作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26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新年规划展望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年度工作回顾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上半年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657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完成核心系统架构升级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推进数字化转型项目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优化业务流程效率提升30%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下半年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3657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新产品成功上线运营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客户满意度提升至95%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实现年度营收目标120%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核心业绩亮点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营收目标达成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超额完成全年业绩指标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645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6032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项目交付数量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176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高质量按时交付率98%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45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NPS评分行业领先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2801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28016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645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流程优化成效显著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项目成果展示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智能化平台建设项目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实现业务全流程数字化，提升运营效率40%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客户服务体验优化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重塑服务流程，客户响应时间缩短60%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260604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520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新产品研发上线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成功推出3款创新产品，市场反响良好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0" y="3657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团队成长与协作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团队建设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团队规模扩大至50人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完成20+场专业培训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人才梯队建设完善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协作成效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39319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82880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288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跨部门协作项目15+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6060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敏捷开发流程落地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83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知识共享平台上线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新年规划展望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441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业务拓展与创新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开拓3个新市场，推出5款创新产品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7627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128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技术能力升级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423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引入AI技术，提升智能化水平50%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815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团队卓越发展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打造学习型组织，人均产出提升25%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91363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502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840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客户价值深化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160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NPS提升至98%，建立长期战略伙伴关系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砥砺前行  共创辉煌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0" y="3931920"/>
            <a:ext cx="1463040" cy="54864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2024年终总结</dc:title>
  <dc:subject>PptxGenJS Presentation</dc:subject>
  <dc:creator>Professional Presentation</dc:creator>
  <cp:lastModifiedBy>Professional Presentation</cp:lastModifiedBy>
  <cp:revision>1</cp:revision>
  <dcterms:created xsi:type="dcterms:W3CDTF">2025-12-11T03:21:49Z</dcterms:created>
  <dcterms:modified xsi:type="dcterms:W3CDTF">2025-12-11T03:21:49Z</dcterms:modified>
</cp:coreProperties>
</file>